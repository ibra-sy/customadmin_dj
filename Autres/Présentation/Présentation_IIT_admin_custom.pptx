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86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26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76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008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879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73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74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59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11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398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84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4B050-90EB-4F5D-809A-3720BFE5B54D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FF379-5575-4608-BF3D-953F9E63E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554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5777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2</cp:revision>
  <dcterms:created xsi:type="dcterms:W3CDTF">2026-02-27T02:04:54Z</dcterms:created>
  <dcterms:modified xsi:type="dcterms:W3CDTF">2026-02-27T03:12:33Z</dcterms:modified>
</cp:coreProperties>
</file>